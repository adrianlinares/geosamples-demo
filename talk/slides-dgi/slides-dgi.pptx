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73dff7e7e645aa" /><Relationship Type="http://schemas.openxmlformats.org/officeDocument/2006/relationships/extended-properties" Target="/docProps/app.xml" Id="R19db5dcd0ea745d1" /><Relationship Type="http://schemas.openxmlformats.org/officeDocument/2006/relationships/officeDocument" Target="/ppt/presentation.xml" Id="R238d3fffc9d94c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048b9d57e9413d"/>
  </p:sldMasterIdLst>
  <p:notesMasterIdLst>
    <p:notesMasterId xmlns:r="http://schemas.openxmlformats.org/officeDocument/2006/relationships" r:id="Rd402a2e1429b4d2c"/>
  </p:notesMasterIdLst>
  <p:sldIdLst>
    <p:sldId xmlns:r="http://schemas.openxmlformats.org/officeDocument/2006/relationships" id="256" r:id="Rca04f37bad274220"/>
    <p:sldId xmlns:r="http://schemas.openxmlformats.org/officeDocument/2006/relationships" id="257" r:id="R59cd1cccda81429b"/>
    <p:sldId xmlns:r="http://schemas.openxmlformats.org/officeDocument/2006/relationships" id="258" r:id="Rb51ef1470c724cbb"/>
    <p:sldId xmlns:r="http://schemas.openxmlformats.org/officeDocument/2006/relationships" id="259" r:id="R742ec1613e514efe"/>
    <p:sldId xmlns:r="http://schemas.openxmlformats.org/officeDocument/2006/relationships" id="260" r:id="Rcbdc501aa38a4f0e"/>
    <p:sldId xmlns:r="http://schemas.openxmlformats.org/officeDocument/2006/relationships" id="261" r:id="R9b052f4ce89346e0"/>
    <p:sldId xmlns:r="http://schemas.openxmlformats.org/officeDocument/2006/relationships" id="262" r:id="R3c0b82590aa343e1"/>
    <p:sldId xmlns:r="http://schemas.openxmlformats.org/officeDocument/2006/relationships" id="263" r:id="R9e66737b580742c1"/>
    <p:sldId xmlns:r="http://schemas.openxmlformats.org/officeDocument/2006/relationships" id="264" r:id="R36950e49179c4c07"/>
    <p:sldId xmlns:r="http://schemas.openxmlformats.org/officeDocument/2006/relationships" id="265" r:id="R5a81a0c22e054e33"/>
    <p:sldId xmlns:r="http://schemas.openxmlformats.org/officeDocument/2006/relationships" id="266" r:id="R147489c1be314f70"/>
    <p:sldId xmlns:r="http://schemas.openxmlformats.org/officeDocument/2006/relationships" id="267" r:id="R446f68d95f3e4380"/>
    <p:sldId xmlns:r="http://schemas.openxmlformats.org/officeDocument/2006/relationships" id="268" r:id="R62bc0c5ef92e4011"/>
    <p:sldId xmlns:r="http://schemas.openxmlformats.org/officeDocument/2006/relationships" id="269" r:id="R6d227cfc43044936"/>
    <p:sldId xmlns:r="http://schemas.openxmlformats.org/officeDocument/2006/relationships" id="270" r:id="Rae5c5e6de15949db"/>
    <p:sldId xmlns:r="http://schemas.openxmlformats.org/officeDocument/2006/relationships" id="271" r:id="R0062f927fdfb450a"/>
    <p:sldId xmlns:r="http://schemas.openxmlformats.org/officeDocument/2006/relationships" id="272" r:id="Rba06c077168947df"/>
    <p:sldId xmlns:r="http://schemas.openxmlformats.org/officeDocument/2006/relationships" id="273" r:id="R26bf01c04f1c4d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46b0810a0a41f8" /><Relationship Type="http://schemas.openxmlformats.org/officeDocument/2006/relationships/slideMaster" Target="/ppt/slideMasters/slideMaster1.xml" Id="R22048b9d57e9413d" /><Relationship Type="http://schemas.openxmlformats.org/officeDocument/2006/relationships/notesMaster" Target="/ppt/notesMasters/notesMaster1.xml" Id="Rd402a2e1429b4d2c" /><Relationship Type="http://schemas.openxmlformats.org/officeDocument/2006/relationships/presProps" Target="/ppt/presProps.xml" Id="Re09b74824e994c63" /><Relationship Type="http://schemas.openxmlformats.org/officeDocument/2006/relationships/tableStyles" Target="/ppt/tableStyles.xml" Id="Rf4295e5cfdeb4139" /><Relationship Type="http://schemas.openxmlformats.org/officeDocument/2006/relationships/slide" Target="/ppt/slides/slide1.xml" Id="Rca04f37bad274220" /><Relationship Type="http://schemas.openxmlformats.org/officeDocument/2006/relationships/slide" Target="/ppt/slides/slide2.xml" Id="R59cd1cccda81429b" /><Relationship Type="http://schemas.openxmlformats.org/officeDocument/2006/relationships/slide" Target="/ppt/slides/slide3.xml" Id="Rb51ef1470c724cbb" /><Relationship Type="http://schemas.openxmlformats.org/officeDocument/2006/relationships/slide" Target="/ppt/slides/slide4.xml" Id="R742ec1613e514efe" /><Relationship Type="http://schemas.openxmlformats.org/officeDocument/2006/relationships/slide" Target="/ppt/slides/slide5.xml" Id="Rcbdc501aa38a4f0e" /><Relationship Type="http://schemas.openxmlformats.org/officeDocument/2006/relationships/slide" Target="/ppt/slides/slide6.xml" Id="R9b052f4ce89346e0" /><Relationship Type="http://schemas.openxmlformats.org/officeDocument/2006/relationships/slide" Target="/ppt/slides/slide7.xml" Id="R3c0b82590aa343e1" /><Relationship Type="http://schemas.openxmlformats.org/officeDocument/2006/relationships/slide" Target="/ppt/slides/slide8.xml" Id="R9e66737b580742c1" /><Relationship Type="http://schemas.openxmlformats.org/officeDocument/2006/relationships/slide" Target="/ppt/slides/slide9.xml" Id="R36950e49179c4c07" /><Relationship Type="http://schemas.openxmlformats.org/officeDocument/2006/relationships/slide" Target="/ppt/slides/slide10.xml" Id="R5a81a0c22e054e33" /><Relationship Type="http://schemas.openxmlformats.org/officeDocument/2006/relationships/slide" Target="/ppt/slides/slide11.xml" Id="R147489c1be314f70" /><Relationship Type="http://schemas.openxmlformats.org/officeDocument/2006/relationships/slide" Target="/ppt/slides/slide12.xml" Id="R446f68d95f3e4380" /><Relationship Type="http://schemas.openxmlformats.org/officeDocument/2006/relationships/slide" Target="/ppt/slides/slide13.xml" Id="R62bc0c5ef92e4011" /><Relationship Type="http://schemas.openxmlformats.org/officeDocument/2006/relationships/slide" Target="/ppt/slides/slide14.xml" Id="R6d227cfc43044936" /><Relationship Type="http://schemas.openxmlformats.org/officeDocument/2006/relationships/slide" Target="/ppt/slides/slide15.xml" Id="Rae5c5e6de15949db" /><Relationship Type="http://schemas.openxmlformats.org/officeDocument/2006/relationships/slide" Target="/ppt/slides/slide16.xml" Id="R0062f927fdfb450a" /><Relationship Type="http://schemas.openxmlformats.org/officeDocument/2006/relationships/slide" Target="/ppt/slides/slide17.xml" Id="Rba06c077168947df" /><Relationship Type="http://schemas.openxmlformats.org/officeDocument/2006/relationships/slide" Target="/ppt/slides/slide18.xml" Id="R26bf01c04f1c4d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ad466d8dd40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782bc79f0f4380" /><Relationship Type="http://schemas.openxmlformats.org/officeDocument/2006/relationships/notesMaster" Target="/ppt/notesMasters/notesMaster1.xml" Id="R25239866b4ad45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bae575c8ac49b7" /><Relationship Type="http://schemas.openxmlformats.org/officeDocument/2006/relationships/notesMaster" Target="/ppt/notesMasters/notesMaster1.xml" Id="R2ad30c67e2d74f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3ec5259cd481a" /><Relationship Type="http://schemas.openxmlformats.org/officeDocument/2006/relationships/notesMaster" Target="/ppt/notesMasters/notesMaster1.xml" Id="Rbfb32a57070b46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c32020dbd143f0" /><Relationship Type="http://schemas.openxmlformats.org/officeDocument/2006/relationships/notesMaster" Target="/ppt/notesMasters/notesMaster1.xml" Id="Ra77be3e676be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0afef539134933" /><Relationship Type="http://schemas.openxmlformats.org/officeDocument/2006/relationships/notesMaster" Target="/ppt/notesMasters/notesMaster1.xml" Id="R873390de188e45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fbb26c5d5f4c41" /><Relationship Type="http://schemas.openxmlformats.org/officeDocument/2006/relationships/notesMaster" Target="/ppt/notesMasters/notesMaster1.xml" Id="Rca0a64ca18ca4a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4b7cf11d464991" /><Relationship Type="http://schemas.openxmlformats.org/officeDocument/2006/relationships/notesMaster" Target="/ppt/notesMasters/notesMaster1.xml" Id="R3e46144f97b744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cea805b1ef4eb6" /><Relationship Type="http://schemas.openxmlformats.org/officeDocument/2006/relationships/notesMaster" Target="/ppt/notesMasters/notesMaster1.xml" Id="R93aae834620b46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f7243a0a4b4819" /><Relationship Type="http://schemas.openxmlformats.org/officeDocument/2006/relationships/notesMaster" Target="/ppt/notesMasters/notesMaster1.xml" Id="R62f202f2f91b4c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34170a9b6f4460" /><Relationship Type="http://schemas.openxmlformats.org/officeDocument/2006/relationships/notesMaster" Target="/ppt/notesMasters/notesMaster1.xml" Id="R8b572dc9124244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329e15799b445c" /><Relationship Type="http://schemas.openxmlformats.org/officeDocument/2006/relationships/notesMaster" Target="/ppt/notesMasters/notesMaster1.xml" Id="R51430478599a47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a8ca0d72614808" /><Relationship Type="http://schemas.openxmlformats.org/officeDocument/2006/relationships/notesMaster" Target="/ppt/notesMasters/notesMaster1.xml" Id="R2173f86a240b40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da40e5c6d8455b" /><Relationship Type="http://schemas.openxmlformats.org/officeDocument/2006/relationships/notesMaster" Target="/ppt/notesMasters/notesMaster1.xml" Id="Re40ea791733e4f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1c2d98695b4793" /><Relationship Type="http://schemas.openxmlformats.org/officeDocument/2006/relationships/notesMaster" Target="/ppt/notesMasters/notesMaster1.xml" Id="R70efb16dd3df4c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4e88d02c434eab" /><Relationship Type="http://schemas.openxmlformats.org/officeDocument/2006/relationships/notesMaster" Target="/ppt/notesMasters/notesMaster1.xml" Id="Rabd4a967a1474a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b6b2d35f524d47" /><Relationship Type="http://schemas.openxmlformats.org/officeDocument/2006/relationships/notesMaster" Target="/ppt/notesMasters/notesMaster1.xml" Id="R19f2d935a6bb40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e28e7f99534625" /><Relationship Type="http://schemas.openxmlformats.org/officeDocument/2006/relationships/notesMaster" Target="/ppt/notesMasters/notesMaster1.xml" Id="R0dce1ceb71414e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8522893222487b" /><Relationship Type="http://schemas.openxmlformats.org/officeDocument/2006/relationships/notesMaster" Target="/ppt/notesMasters/notesMaster1.xml" Id="Re10c91491cd449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b230a9c864d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ce4f570b29441b" /><Relationship Type="http://schemas.openxmlformats.org/officeDocument/2006/relationships/slideLayout" Target="/ppt/slideLayouts/slideLayout1.xml" Id="R0660928c384342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60928c384342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9fa09dbdb4cdb" /><Relationship Type="http://schemas.openxmlformats.org/officeDocument/2006/relationships/image" Target="/ppt/media/image.png" Id="R632bfd0727124d30" /><Relationship Type="http://schemas.openxmlformats.org/officeDocument/2006/relationships/notesSlide" Target="/ppt/notesSlides/notesSlide1.xml" Id="Ra8fe6836782949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14909c9154d1f" /><Relationship Type="http://schemas.openxmlformats.org/officeDocument/2006/relationships/image" Target="/ppt/media/image2.png" Id="R3bf9fe2a4db949e1" /><Relationship Type="http://schemas.openxmlformats.org/officeDocument/2006/relationships/notesSlide" Target="/ppt/notesSlides/notesSlide2.xml" Id="Rd5acbf38625f4e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90859c6924f89" /><Relationship Type="http://schemas.openxmlformats.org/officeDocument/2006/relationships/image" Target="/ppt/media/image3.png" Id="Rd3112c81c09b4c02" /><Relationship Type="http://schemas.openxmlformats.org/officeDocument/2006/relationships/notesSlide" Target="/ppt/notesSlides/notesSlide3.xml" Id="R77cbb16574ce4d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d54df3645411a" /><Relationship Type="http://schemas.openxmlformats.org/officeDocument/2006/relationships/image" Target="/ppt/media/image4.png" Id="R5eb6172293bd423e" /><Relationship Type="http://schemas.openxmlformats.org/officeDocument/2006/relationships/notesSlide" Target="/ppt/notesSlides/notesSlide4.xml" Id="Radb5d9a92df744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cfef676ef4a52" /><Relationship Type="http://schemas.openxmlformats.org/officeDocument/2006/relationships/image" Target="/ppt/media/image5.png" Id="R459c3559a8014d8f" /><Relationship Type="http://schemas.openxmlformats.org/officeDocument/2006/relationships/notesSlide" Target="/ppt/notesSlides/notesSlide5.xml" Id="Rf737d1d5bb1446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89a877e224f2c" /><Relationship Type="http://schemas.openxmlformats.org/officeDocument/2006/relationships/image" Target="/ppt/media/image6.png" Id="Rfad63d94a95c4453" /><Relationship Type="http://schemas.openxmlformats.org/officeDocument/2006/relationships/notesSlide" Target="/ppt/notesSlides/notesSlide6.xml" Id="R10044a128af945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cc37b1f614a94" /><Relationship Type="http://schemas.openxmlformats.org/officeDocument/2006/relationships/image" Target="/ppt/media/image7.png" Id="R0928151e67414980" /><Relationship Type="http://schemas.openxmlformats.org/officeDocument/2006/relationships/notesSlide" Target="/ppt/notesSlides/notesSlide7.xml" Id="Rd721f1499e7542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c4c9ae3cd4706" /><Relationship Type="http://schemas.openxmlformats.org/officeDocument/2006/relationships/image" Target="/ppt/media/image8.png" Id="Race5a5a0c09a4b76" /><Relationship Type="http://schemas.openxmlformats.org/officeDocument/2006/relationships/notesSlide" Target="/ppt/notesSlides/notesSlide8.xml" Id="Rd9fe3873da8d4c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5e580f7a74634" /><Relationship Type="http://schemas.openxmlformats.org/officeDocument/2006/relationships/image" Target="/ppt/media/image9.png" Id="Rd0b25c5bb76f427f" /><Relationship Type="http://schemas.openxmlformats.org/officeDocument/2006/relationships/notesSlide" Target="/ppt/notesSlides/notesSlide9.xml" Id="R6f4bf2a727f445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90e374df74489" /><Relationship Type="http://schemas.openxmlformats.org/officeDocument/2006/relationships/image" Target="/ppt/media/image10.png" Id="Rb9576b2fc3d342de" /><Relationship Type="http://schemas.openxmlformats.org/officeDocument/2006/relationships/notesSlide" Target="/ppt/notesSlides/notesSlide10.xml" Id="Ra07d3e1d04d24c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7f5a6fb7d4ee4" /><Relationship Type="http://schemas.openxmlformats.org/officeDocument/2006/relationships/image" Target="/ppt/media/image11.png" Id="R90fb5ab2e129441a" /><Relationship Type="http://schemas.openxmlformats.org/officeDocument/2006/relationships/notesSlide" Target="/ppt/notesSlides/notesSlide11.xml" Id="R6a90df312f4347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07ee8ee1b44a4" /><Relationship Type="http://schemas.openxmlformats.org/officeDocument/2006/relationships/image" Target="/ppt/media/image12.png" Id="Rde521ee178ca4c79" /><Relationship Type="http://schemas.openxmlformats.org/officeDocument/2006/relationships/notesSlide" Target="/ppt/notesSlides/notesSlide12.xml" Id="Rdd3e45b0f38c46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461589cd94589" /><Relationship Type="http://schemas.openxmlformats.org/officeDocument/2006/relationships/image" Target="/ppt/media/image13.png" Id="R141481cbb28f4936" /><Relationship Type="http://schemas.openxmlformats.org/officeDocument/2006/relationships/notesSlide" Target="/ppt/notesSlides/notesSlide13.xml" Id="R3247ac1fb4e14b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a2619523144fe" /><Relationship Type="http://schemas.openxmlformats.org/officeDocument/2006/relationships/image" Target="/ppt/media/image14.png" Id="R1844953f5719435d" /><Relationship Type="http://schemas.openxmlformats.org/officeDocument/2006/relationships/notesSlide" Target="/ppt/notesSlides/notesSlide14.xml" Id="R28d14f9f76cb4d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efeb76ea74d97" /><Relationship Type="http://schemas.openxmlformats.org/officeDocument/2006/relationships/image" Target="/ppt/media/image15.png" Id="R2e5befb69f0e431e" /><Relationship Type="http://schemas.openxmlformats.org/officeDocument/2006/relationships/notesSlide" Target="/ppt/notesSlides/notesSlide15.xml" Id="Rd527258e333944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ca62c1b884377" /><Relationship Type="http://schemas.openxmlformats.org/officeDocument/2006/relationships/image" Target="/ppt/media/image16.png" Id="R03719faf92d34c92" /><Relationship Type="http://schemas.openxmlformats.org/officeDocument/2006/relationships/notesSlide" Target="/ppt/notesSlides/notesSlide16.xml" Id="Rb0687ce1da9e41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1d49dd2b74140" /><Relationship Type="http://schemas.openxmlformats.org/officeDocument/2006/relationships/image" Target="/ppt/media/image17.png" Id="R3eaeda4c9f2547ab" /><Relationship Type="http://schemas.openxmlformats.org/officeDocument/2006/relationships/notesSlide" Target="/ppt/notesSlides/notesSlide17.xml" Id="R1d5b6c3d453145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4e3b63dec46dc" /><Relationship Type="http://schemas.openxmlformats.org/officeDocument/2006/relationships/image" Target="/ppt/media/image18.png" Id="R6c8116126d1a4431" /><Relationship Type="http://schemas.openxmlformats.org/officeDocument/2006/relationships/notesSlide" Target="/ppt/notesSlides/notesSlide18.xml" Id="Rf6d42cc09ba8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bfd0727124d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79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9fe2a4db949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88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12c81c09b4c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33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6172293bd42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442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c3559a8014d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3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63d94a95c44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07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8151e674149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79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5a5a0c09a4b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77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25c5bb76f42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1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76b2fc3d342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b5ab2e12944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929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21ee178ca4c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398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481cbb28f49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173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4953f571943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398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befb69f0e43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175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19faf92d34c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588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eda4c9f2547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87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116126d1a44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9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2026-08-24T17:14:56.1350000Z</dcterms:created>
  <dcterms:modified xsi:type="dcterms:W3CDTF">2026-08-24T17:14:56.1350000Z</dcterms:modified>
</coreProperties>
</file>